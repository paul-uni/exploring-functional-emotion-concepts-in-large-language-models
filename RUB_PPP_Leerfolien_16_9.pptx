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25" r:id="rId2"/>
    <p:sldId id="380" r:id="rId3"/>
    <p:sldId id="372" r:id="rId4"/>
    <p:sldId id="377" r:id="rId5"/>
    <p:sldId id="378" r:id="rId6"/>
    <p:sldId id="374" r:id="rId7"/>
    <p:sldId id="370" r:id="rId8"/>
    <p:sldId id="376" r:id="rId9"/>
  </p:sldIdLst>
  <p:sldSz cx="9144000" cy="5143500" type="screen16x9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B"/>
    <a:srgbClr val="17365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2057C8-DE16-4056-AAE1-347BDCB0FBF2}" v="66" dt="2026-07-20T21:26:35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3" autoAdjust="0"/>
    <p:restoredTop sz="94830" autoAdjust="0"/>
  </p:normalViewPr>
  <p:slideViewPr>
    <p:cSldViewPr snapToObjects="1">
      <p:cViewPr varScale="1">
        <p:scale>
          <a:sx n="182" d="100"/>
          <a:sy n="182" d="100"/>
        </p:scale>
        <p:origin x="1314" y="-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80" d="100"/>
          <a:sy n="80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Onyeikedi" userId="84d1d277de7f1214" providerId="LiveId" clId="{937CD350-32C8-4291-A1C9-1DEB4D88806B}"/>
    <pc:docChg chg="undo redo custSel addSld delSld modSld sldOrd">
      <pc:chgData name="Paul Onyeikedi" userId="84d1d277de7f1214" providerId="LiveId" clId="{937CD350-32C8-4291-A1C9-1DEB4D88806B}" dt="2026-07-28T18:17:58.432" v="3427" actId="1076"/>
      <pc:docMkLst>
        <pc:docMk/>
      </pc:docMkLst>
      <pc:sldChg chg="addSp delSp modSp mod">
        <pc:chgData name="Paul Onyeikedi" userId="84d1d277de7f1214" providerId="LiveId" clId="{937CD350-32C8-4291-A1C9-1DEB4D88806B}" dt="2026-07-21T16:09:37.703" v="3330" actId="790"/>
        <pc:sldMkLst>
          <pc:docMk/>
          <pc:sldMk cId="662600833" sldId="325"/>
        </pc:sldMkLst>
        <pc:spChg chg="mod">
          <ac:chgData name="Paul Onyeikedi" userId="84d1d277de7f1214" providerId="LiveId" clId="{937CD350-32C8-4291-A1C9-1DEB4D88806B}" dt="2026-07-21T16:09:37.703" v="3330" actId="790"/>
          <ac:spMkLst>
            <pc:docMk/>
            <pc:sldMk cId="662600833" sldId="325"/>
            <ac:spMk id="4" creationId="{591F5E70-F6F5-4247-85F2-66AA884FA4A4}"/>
          </ac:spMkLst>
        </pc:spChg>
        <pc:picChg chg="add mod ord modCrop">
          <ac:chgData name="Paul Onyeikedi" userId="84d1d277de7f1214" providerId="LiveId" clId="{937CD350-32C8-4291-A1C9-1DEB4D88806B}" dt="2026-07-16T09:24:50.628" v="28" actId="732"/>
          <ac:picMkLst>
            <pc:docMk/>
            <pc:sldMk cId="662600833" sldId="325"/>
            <ac:picMk id="5" creationId="{59A56B68-6A5B-DF92-510D-431134AA788A}"/>
          </ac:picMkLst>
        </pc:picChg>
        <pc:picChg chg="add mod">
          <ac:chgData name="Paul Onyeikedi" userId="84d1d277de7f1214" providerId="LiveId" clId="{937CD350-32C8-4291-A1C9-1DEB4D88806B}" dt="2026-07-16T09:24:38.163" v="27" actId="1076"/>
          <ac:picMkLst>
            <pc:docMk/>
            <pc:sldMk cId="662600833" sldId="325"/>
            <ac:picMk id="7" creationId="{0AC3D5CC-166E-7B3A-1935-68341F39A491}"/>
          </ac:picMkLst>
        </pc:picChg>
      </pc:sldChg>
      <pc:sldChg chg="modSp mod">
        <pc:chgData name="Paul Onyeikedi" userId="84d1d277de7f1214" providerId="LiveId" clId="{937CD350-32C8-4291-A1C9-1DEB4D88806B}" dt="2026-07-21T16:09:37.703" v="3330" actId="790"/>
        <pc:sldMkLst>
          <pc:docMk/>
          <pc:sldMk cId="2873428927" sldId="370"/>
        </pc:sldMkLst>
        <pc:spChg chg="mod">
          <ac:chgData name="Paul Onyeikedi" userId="84d1d277de7f1214" providerId="LiveId" clId="{937CD350-32C8-4291-A1C9-1DEB4D88806B}" dt="2026-07-21T16:09:37.703" v="3330" actId="790"/>
          <ac:spMkLst>
            <pc:docMk/>
            <pc:sldMk cId="2873428927" sldId="370"/>
            <ac:spMk id="3" creationId="{37C5D7C1-9B04-BE56-E202-2703CC179349}"/>
          </ac:spMkLst>
        </pc:spChg>
      </pc:sldChg>
      <pc:sldChg chg="addSp delSp modSp add mod ord modClrScheme chgLayout">
        <pc:chgData name="Paul Onyeikedi" userId="84d1d277de7f1214" providerId="LiveId" clId="{937CD350-32C8-4291-A1C9-1DEB4D88806B}" dt="2026-07-21T16:15:23.335" v="3379" actId="113"/>
        <pc:sldMkLst>
          <pc:docMk/>
          <pc:sldMk cId="3794558855" sldId="372"/>
        </pc:sldMkLst>
        <pc:spChg chg="mod">
          <ac:chgData name="Paul Onyeikedi" userId="84d1d277de7f1214" providerId="LiveId" clId="{937CD350-32C8-4291-A1C9-1DEB4D88806B}" dt="2026-07-21T16:13:04.249" v="3355" actId="2710"/>
          <ac:spMkLst>
            <pc:docMk/>
            <pc:sldMk cId="3794558855" sldId="372"/>
            <ac:spMk id="3" creationId="{B9F6BB08-E8A3-C8F1-C72B-0BF7B1E54A27}"/>
          </ac:spMkLst>
        </pc:spChg>
        <pc:spChg chg="mod">
          <ac:chgData name="Paul Onyeikedi" userId="84d1d277de7f1214" providerId="LiveId" clId="{937CD350-32C8-4291-A1C9-1DEB4D88806B}" dt="2026-07-21T16:10:08.365" v="3332" actId="313"/>
          <ac:spMkLst>
            <pc:docMk/>
            <pc:sldMk cId="3794558855" sldId="372"/>
            <ac:spMk id="13" creationId="{CDC0C74E-4EC7-BF6C-7937-A2C5FD953CAE}"/>
          </ac:spMkLst>
        </pc:spChg>
        <pc:spChg chg="mod">
          <ac:chgData name="Paul Onyeikedi" userId="84d1d277de7f1214" providerId="LiveId" clId="{937CD350-32C8-4291-A1C9-1DEB4D88806B}" dt="2026-07-21T16:09:37.703" v="3330" actId="790"/>
          <ac:spMkLst>
            <pc:docMk/>
            <pc:sldMk cId="3794558855" sldId="372"/>
            <ac:spMk id="14" creationId="{5F617552-F533-B366-1893-7AA24C4CB357}"/>
          </ac:spMkLst>
        </pc:spChg>
        <pc:spChg chg="add mod">
          <ac:chgData name="Paul Onyeikedi" userId="84d1d277de7f1214" providerId="LiveId" clId="{937CD350-32C8-4291-A1C9-1DEB4D88806B}" dt="2026-07-21T16:15:23.335" v="3379" actId="113"/>
          <ac:spMkLst>
            <pc:docMk/>
            <pc:sldMk cId="3794558855" sldId="372"/>
            <ac:spMk id="22" creationId="{9F2FA06B-6735-C16B-1DA2-F6E6FD53AE9E}"/>
          </ac:spMkLst>
        </pc:spChg>
        <pc:picChg chg="add mod modCrop">
          <ac:chgData name="Paul Onyeikedi" userId="84d1d277de7f1214" providerId="LiveId" clId="{937CD350-32C8-4291-A1C9-1DEB4D88806B}" dt="2026-07-21T16:01:06.972" v="3325" actId="1076"/>
          <ac:picMkLst>
            <pc:docMk/>
            <pc:sldMk cId="3794558855" sldId="372"/>
            <ac:picMk id="5" creationId="{28A7B518-AD1A-977B-B7A8-6163B1BBE3E1}"/>
          </ac:picMkLst>
        </pc:picChg>
      </pc:sldChg>
      <pc:sldChg chg="addSp delSp modSp add mod">
        <pc:chgData name="Paul Onyeikedi" userId="84d1d277de7f1214" providerId="LiveId" clId="{937CD350-32C8-4291-A1C9-1DEB4D88806B}" dt="2026-07-21T16:13:47.728" v="3361" actId="2710"/>
        <pc:sldMkLst>
          <pc:docMk/>
          <pc:sldMk cId="1248869891" sldId="374"/>
        </pc:sldMkLst>
        <pc:spChg chg="mod">
          <ac:chgData name="Paul Onyeikedi" userId="84d1d277de7f1214" providerId="LiveId" clId="{937CD350-32C8-4291-A1C9-1DEB4D88806B}" dt="2026-07-21T16:13:47.728" v="3361" actId="2710"/>
          <ac:spMkLst>
            <pc:docMk/>
            <pc:sldMk cId="1248869891" sldId="374"/>
            <ac:spMk id="3" creationId="{365B35F0-C8CA-5AA3-684E-69FEB6A60123}"/>
          </ac:spMkLst>
        </pc:spChg>
        <pc:spChg chg="mod">
          <ac:chgData name="Paul Onyeikedi" userId="84d1d277de7f1214" providerId="LiveId" clId="{937CD350-32C8-4291-A1C9-1DEB4D88806B}" dt="2026-07-21T16:09:37.703" v="3330" actId="790"/>
          <ac:spMkLst>
            <pc:docMk/>
            <pc:sldMk cId="1248869891" sldId="374"/>
            <ac:spMk id="13" creationId="{383C43B8-10F8-609F-C19C-B70DE1BB6DF1}"/>
          </ac:spMkLst>
        </pc:spChg>
        <pc:spChg chg="mod">
          <ac:chgData name="Paul Onyeikedi" userId="84d1d277de7f1214" providerId="LiveId" clId="{937CD350-32C8-4291-A1C9-1DEB4D88806B}" dt="2026-07-21T16:09:37.703" v="3330" actId="790"/>
          <ac:spMkLst>
            <pc:docMk/>
            <pc:sldMk cId="1248869891" sldId="374"/>
            <ac:spMk id="14" creationId="{BE8F13C7-C597-A4D8-04C6-617DA140116E}"/>
          </ac:spMkLst>
        </pc:spChg>
        <pc:picChg chg="add mod">
          <ac:chgData name="Paul Onyeikedi" userId="84d1d277de7f1214" providerId="LiveId" clId="{937CD350-32C8-4291-A1C9-1DEB4D88806B}" dt="2026-07-20T21:32:49.817" v="3237" actId="1076"/>
          <ac:picMkLst>
            <pc:docMk/>
            <pc:sldMk cId="1248869891" sldId="374"/>
            <ac:picMk id="5" creationId="{8369C7B0-9D15-8B51-71F3-90009AC04A12}"/>
          </ac:picMkLst>
        </pc:picChg>
      </pc:sldChg>
      <pc:sldChg chg="modSp add mod ord">
        <pc:chgData name="Paul Onyeikedi" userId="84d1d277de7f1214" providerId="LiveId" clId="{937CD350-32C8-4291-A1C9-1DEB4D88806B}" dt="2026-07-21T16:09:37.703" v="3330" actId="790"/>
        <pc:sldMkLst>
          <pc:docMk/>
          <pc:sldMk cId="2698218256" sldId="376"/>
        </pc:sldMkLst>
        <pc:spChg chg="mod">
          <ac:chgData name="Paul Onyeikedi" userId="84d1d277de7f1214" providerId="LiveId" clId="{937CD350-32C8-4291-A1C9-1DEB4D88806B}" dt="2026-07-21T16:09:37.703" v="3330" actId="790"/>
          <ac:spMkLst>
            <pc:docMk/>
            <pc:sldMk cId="2698218256" sldId="376"/>
            <ac:spMk id="3" creationId="{C891D02F-4425-40CA-F15E-50059D8C01B4}"/>
          </ac:spMkLst>
        </pc:spChg>
        <pc:spChg chg="mod">
          <ac:chgData name="Paul Onyeikedi" userId="84d1d277de7f1214" providerId="LiveId" clId="{937CD350-32C8-4291-A1C9-1DEB4D88806B}" dt="2026-07-21T16:09:37.703" v="3330" actId="790"/>
          <ac:spMkLst>
            <pc:docMk/>
            <pc:sldMk cId="2698218256" sldId="376"/>
            <ac:spMk id="13" creationId="{A2A4A5FB-A81A-8483-89BB-28CC1B6A99F3}"/>
          </ac:spMkLst>
        </pc:spChg>
        <pc:spChg chg="mod">
          <ac:chgData name="Paul Onyeikedi" userId="84d1d277de7f1214" providerId="LiveId" clId="{937CD350-32C8-4291-A1C9-1DEB4D88806B}" dt="2026-07-21T16:09:37.703" v="3330" actId="790"/>
          <ac:spMkLst>
            <pc:docMk/>
            <pc:sldMk cId="2698218256" sldId="376"/>
            <ac:spMk id="14" creationId="{EA96669F-8C90-B3BA-C29F-20F8E47D9320}"/>
          </ac:spMkLst>
        </pc:spChg>
      </pc:sldChg>
      <pc:sldChg chg="modSp add mod">
        <pc:chgData name="Paul Onyeikedi" userId="84d1d277de7f1214" providerId="LiveId" clId="{937CD350-32C8-4291-A1C9-1DEB4D88806B}" dt="2026-07-21T16:13:30.081" v="3359" actId="14100"/>
        <pc:sldMkLst>
          <pc:docMk/>
          <pc:sldMk cId="651770106" sldId="377"/>
        </pc:sldMkLst>
        <pc:spChg chg="mod">
          <ac:chgData name="Paul Onyeikedi" userId="84d1d277de7f1214" providerId="LiveId" clId="{937CD350-32C8-4291-A1C9-1DEB4D88806B}" dt="2026-07-21T16:13:16.138" v="3356" actId="2710"/>
          <ac:spMkLst>
            <pc:docMk/>
            <pc:sldMk cId="651770106" sldId="377"/>
            <ac:spMk id="3" creationId="{4588B3EC-3938-C41C-4839-80936437D7CB}"/>
          </ac:spMkLst>
        </pc:spChg>
        <pc:spChg chg="mod">
          <ac:chgData name="Paul Onyeikedi" userId="84d1d277de7f1214" providerId="LiveId" clId="{937CD350-32C8-4291-A1C9-1DEB4D88806B}" dt="2026-07-21T16:09:37.703" v="3330" actId="790"/>
          <ac:spMkLst>
            <pc:docMk/>
            <pc:sldMk cId="651770106" sldId="377"/>
            <ac:spMk id="13" creationId="{585832B1-4C24-4FC3-FDB6-F0289039517B}"/>
          </ac:spMkLst>
        </pc:spChg>
        <pc:spChg chg="mod">
          <ac:chgData name="Paul Onyeikedi" userId="84d1d277de7f1214" providerId="LiveId" clId="{937CD350-32C8-4291-A1C9-1DEB4D88806B}" dt="2026-07-21T16:09:37.703" v="3330" actId="790"/>
          <ac:spMkLst>
            <pc:docMk/>
            <pc:sldMk cId="651770106" sldId="377"/>
            <ac:spMk id="14" creationId="{BCA83CF6-48B1-B1B9-6074-5C66A43CE823}"/>
          </ac:spMkLst>
        </pc:spChg>
        <pc:picChg chg="mod">
          <ac:chgData name="Paul Onyeikedi" userId="84d1d277de7f1214" providerId="LiveId" clId="{937CD350-32C8-4291-A1C9-1DEB4D88806B}" dt="2026-07-21T16:13:30.081" v="3359" actId="14100"/>
          <ac:picMkLst>
            <pc:docMk/>
            <pc:sldMk cId="651770106" sldId="377"/>
            <ac:picMk id="5" creationId="{61B500DC-CF1A-86B0-7999-05DDB5DEA264}"/>
          </ac:picMkLst>
        </pc:picChg>
      </pc:sldChg>
      <pc:sldChg chg="modSp add mod">
        <pc:chgData name="Paul Onyeikedi" userId="84d1d277de7f1214" providerId="LiveId" clId="{937CD350-32C8-4291-A1C9-1DEB4D88806B}" dt="2026-07-21T16:13:39.750" v="3360" actId="2710"/>
        <pc:sldMkLst>
          <pc:docMk/>
          <pc:sldMk cId="3053250993" sldId="378"/>
        </pc:sldMkLst>
        <pc:spChg chg="mod">
          <ac:chgData name="Paul Onyeikedi" userId="84d1d277de7f1214" providerId="LiveId" clId="{937CD350-32C8-4291-A1C9-1DEB4D88806B}" dt="2026-07-21T16:13:39.750" v="3360" actId="2710"/>
          <ac:spMkLst>
            <pc:docMk/>
            <pc:sldMk cId="3053250993" sldId="378"/>
            <ac:spMk id="3" creationId="{1C1FAB6B-5A9B-E388-4B7A-DE3EFCA4DA9E}"/>
          </ac:spMkLst>
        </pc:spChg>
        <pc:spChg chg="mod">
          <ac:chgData name="Paul Onyeikedi" userId="84d1d277de7f1214" providerId="LiveId" clId="{937CD350-32C8-4291-A1C9-1DEB4D88806B}" dt="2026-07-21T16:09:37.703" v="3330" actId="790"/>
          <ac:spMkLst>
            <pc:docMk/>
            <pc:sldMk cId="3053250993" sldId="378"/>
            <ac:spMk id="13" creationId="{31502759-BF00-5115-D1E8-18BAB84E8852}"/>
          </ac:spMkLst>
        </pc:spChg>
        <pc:spChg chg="mod">
          <ac:chgData name="Paul Onyeikedi" userId="84d1d277de7f1214" providerId="LiveId" clId="{937CD350-32C8-4291-A1C9-1DEB4D88806B}" dt="2026-07-21T16:09:37.703" v="3330" actId="790"/>
          <ac:spMkLst>
            <pc:docMk/>
            <pc:sldMk cId="3053250993" sldId="378"/>
            <ac:spMk id="14" creationId="{408CA0ED-15FD-28BA-53D0-57B41FA1ED45}"/>
          </ac:spMkLst>
        </pc:spChg>
        <pc:picChg chg="mod">
          <ac:chgData name="Paul Onyeikedi" userId="84d1d277de7f1214" providerId="LiveId" clId="{937CD350-32C8-4291-A1C9-1DEB4D88806B}" dt="2026-07-20T10:07:37.475" v="704" actId="14826"/>
          <ac:picMkLst>
            <pc:docMk/>
            <pc:sldMk cId="3053250993" sldId="378"/>
            <ac:picMk id="5" creationId="{06125F60-F0C3-CF99-0F6D-71C452C372B7}"/>
          </ac:picMkLst>
        </pc:picChg>
      </pc:sldChg>
      <pc:sldChg chg="modSp add mod modAnim">
        <pc:chgData name="Paul Onyeikedi" userId="84d1d277de7f1214" providerId="LiveId" clId="{937CD350-32C8-4291-A1C9-1DEB4D88806B}" dt="2026-07-28T18:17:58.432" v="3427" actId="1076"/>
        <pc:sldMkLst>
          <pc:docMk/>
          <pc:sldMk cId="2356268047" sldId="380"/>
        </pc:sldMkLst>
        <pc:spChg chg="mod">
          <ac:chgData name="Paul Onyeikedi" userId="84d1d277de7f1214" providerId="LiveId" clId="{937CD350-32C8-4291-A1C9-1DEB4D88806B}" dt="2026-07-21T16:09:37.703" v="3330" actId="790"/>
          <ac:spMkLst>
            <pc:docMk/>
            <pc:sldMk cId="2356268047" sldId="380"/>
            <ac:spMk id="13" creationId="{B016080B-EA24-8FE9-C90B-D5287B05A8F2}"/>
          </ac:spMkLst>
        </pc:spChg>
        <pc:spChg chg="mod">
          <ac:chgData name="Paul Onyeikedi" userId="84d1d277de7f1214" providerId="LiveId" clId="{937CD350-32C8-4291-A1C9-1DEB4D88806B}" dt="2026-07-21T16:09:37.703" v="3330" actId="790"/>
          <ac:spMkLst>
            <pc:docMk/>
            <pc:sldMk cId="2356268047" sldId="380"/>
            <ac:spMk id="14" creationId="{7E0B19D9-7679-9782-79AD-73C7A381C891}"/>
          </ac:spMkLst>
        </pc:spChg>
        <pc:spChg chg="mod">
          <ac:chgData name="Paul Onyeikedi" userId="84d1d277de7f1214" providerId="LiveId" clId="{937CD350-32C8-4291-A1C9-1DEB4D88806B}" dt="2026-07-28T18:17:22.359" v="3421" actId="20577"/>
          <ac:spMkLst>
            <pc:docMk/>
            <pc:sldMk cId="2356268047" sldId="380"/>
            <ac:spMk id="100" creationId="{00000000-0000-0000-0000-000000000000}"/>
          </ac:spMkLst>
        </pc:spChg>
        <pc:spChg chg="mod">
          <ac:chgData name="Paul Onyeikedi" userId="84d1d277de7f1214" providerId="LiveId" clId="{937CD350-32C8-4291-A1C9-1DEB4D88806B}" dt="2026-07-28T18:17:55.631" v="3426" actId="1076"/>
          <ac:spMkLst>
            <pc:docMk/>
            <pc:sldMk cId="2356268047" sldId="380"/>
            <ac:spMk id="101" creationId="{00000000-0000-0000-0000-000000000000}"/>
          </ac:spMkLst>
        </pc:spChg>
        <pc:spChg chg="mod">
          <ac:chgData name="Paul Onyeikedi" userId="84d1d277de7f1214" providerId="LiveId" clId="{937CD350-32C8-4291-A1C9-1DEB4D88806B}" dt="2026-07-28T18:17:58.432" v="3427" actId="1076"/>
          <ac:spMkLst>
            <pc:docMk/>
            <pc:sldMk cId="2356268047" sldId="380"/>
            <ac:spMk id="10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00993-3FDD-4E80-810D-AC24CF6A32B3}" type="datetimeFigureOut">
              <a:rPr lang="de-DE" smtClean="0"/>
              <a:t>28.07.2026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C4235-0F98-4786-8CE2-14E0F0433C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1748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728AD-B8FF-467B-AF5F-4891412E46D0}" type="datetimeFigureOut">
              <a:rPr lang="de-DE" smtClean="0"/>
              <a:t>28.07.2026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A045E6-D734-4DB2-BEE5-DF972DD20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0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000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6F6A2-F8BC-652B-6957-3DC3956BD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1F58647-7C45-0646-FF63-AAE016444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400C866-BBDF-2E1E-C0A1-112E21444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B562FC-A265-F816-3270-0FD9B2706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5971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3985E-FF11-8161-7328-E00D126A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AB3084D-1EC2-116F-E3B4-AD381E912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172CD67-3CD4-EA6A-B166-F5B0706DD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3D48F4-925A-A8EC-ECF7-6FD5523DF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664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60A0A-F2D3-9289-5393-D5811835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3B7D823-2DED-E2EF-EED5-B45302141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83FE113-3F37-B299-F2A2-2013EE0BF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6912EA-CA6D-C380-37C8-6AB496F56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5678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BED20-700C-36E4-C627-6369F6251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F0CC39B-EEF2-FC5A-B134-C643753AB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B0E230E-F2B4-38AA-0D52-9888EEC3A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05E0C7-BF15-3A09-A63F-5550F4F03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0283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D5D5-255F-D3D0-046F-56F81552C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9DC1781-C7BA-D657-B841-221EDDC6C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B645D16-3C68-AC05-6610-FBCF53892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120E71-BFE1-92E7-9D07-DDE0D8510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3033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1259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17E73-2243-0715-4D43-1B75ED8AF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1C4BF96-0B92-B227-90EA-01FE13404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96DDFA3-4733-10CD-FC60-FED767CED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812E3F-AD73-5E29-0C41-D1F3376EF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38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9F4C68DA-A566-1026-B850-E8E43B1C7CE8}"/>
              </a:ext>
            </a:extLst>
          </p:cNvPr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468000" y="4230000"/>
            <a:ext cx="7560000" cy="324000"/>
          </a:xfrm>
        </p:spPr>
        <p:txBody>
          <a:bodyPr/>
          <a:lstStyle>
            <a:lvl1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2pPr>
            <a:lvl3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3pPr>
            <a:lvl4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4pPr>
            <a:lvl5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5pPr>
            <a:lvl6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6pPr>
            <a:lvl7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7pPr>
            <a:lvl8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8pPr>
            <a:lvl9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468000" y="4680000"/>
            <a:ext cx="7560000" cy="144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259FB325-4F00-4E24-9BB5-CBE59A8EE6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895200"/>
            <a:ext cx="6552272" cy="324000"/>
          </a:xfrm>
        </p:spPr>
        <p:txBody>
          <a:bodyPr/>
          <a:lstStyle>
            <a:lvl1pPr>
              <a:lnSpc>
                <a:spcPts val="2500"/>
              </a:lnSpc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A11C8C5-D6EB-4C5D-9539-1ADEFC0908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77199" y="3895200"/>
            <a:ext cx="2505600" cy="324000"/>
          </a:xfrm>
        </p:spPr>
        <p:txBody>
          <a:bodyPr anchor="ctr" anchorCtr="0"/>
          <a:lstStyle>
            <a:lvl1pPr algn="ctr">
              <a:defRPr sz="1050"/>
            </a:lvl1pPr>
          </a:lstStyle>
          <a:p>
            <a:r>
              <a:rPr lang="de-DE" dirty="0"/>
              <a:t>Logo auf Platzhalter ziehen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8638057-3C3C-C397-494C-B6D71484C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403" y="3372081"/>
            <a:ext cx="2280138" cy="1524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1A11A22-2E41-AF13-75DF-64DB627B09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8428561" cy="3030633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D600E272-C75A-43FB-581D-B2A6964FE026}"/>
              </a:ext>
            </a:extLst>
          </p:cNvPr>
          <p:cNvSpPr/>
          <p:nvPr userDrawn="1"/>
        </p:nvSpPr>
        <p:spPr>
          <a:xfrm>
            <a:off x="0" y="-1"/>
            <a:ext cx="8460432" cy="30758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8EB4B7C-A37E-D9B2-79CA-EB88C08DEF6A}"/>
              </a:ext>
            </a:extLst>
          </p:cNvPr>
          <p:cNvSpPr txBox="1"/>
          <p:nvPr userDrawn="1"/>
        </p:nvSpPr>
        <p:spPr>
          <a:xfrm>
            <a:off x="3531330" y="1515315"/>
            <a:ext cx="104067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TITELBILD</a:t>
            </a:r>
          </a:p>
        </p:txBody>
      </p:sp>
      <p:pic>
        <p:nvPicPr>
          <p:cNvPr id="9" name="Bild 5">
            <a:extLst>
              <a:ext uri="{FF2B5EF4-FFF2-40B4-BE49-F238E27FC236}">
                <a16:creationId xmlns:a16="http://schemas.microsoft.com/office/drawing/2014/main" id="{AA066B78-9BB3-BCD0-A3B3-67533DF2A89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93636" y="-1"/>
            <a:ext cx="1090364" cy="1090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258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HERVORHEBUNG MIT VIEL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8A6D120-9FDF-4BA4-88F2-0C6E4507EEA9}"/>
              </a:ext>
            </a:extLst>
          </p:cNvPr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F15F71-44DB-4D13-AE55-D28F1D1B7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756000"/>
            <a:ext cx="8172000" cy="720000"/>
          </a:xfrm>
        </p:spPr>
        <p:txBody>
          <a:bodyPr/>
          <a:lstStyle>
            <a:lvl1pPr>
              <a:lnSpc>
                <a:spcPts val="57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3B6EDCF-E80D-4E83-A8E4-8D2B26F44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000" y="1476441"/>
            <a:ext cx="8172000" cy="1439863"/>
          </a:xfrm>
        </p:spPr>
        <p:txBody>
          <a:bodyPr/>
          <a:lstStyle>
            <a:lvl1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1pPr>
            <a:lvl2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2pPr>
            <a:lvl3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3pPr>
            <a:lvl4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4pPr>
            <a:lvl5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5pPr>
            <a:lvl6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6pPr>
            <a:lvl7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7pPr>
            <a:lvl8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8pPr>
            <a:lvl9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Hervorhebung</a:t>
            </a:r>
          </a:p>
        </p:txBody>
      </p:sp>
    </p:spTree>
    <p:extLst>
      <p:ext uri="{BB962C8B-B14F-4D97-AF65-F5344CB8AC3E}">
        <p14:creationId xmlns:p14="http://schemas.microsoft.com/office/powerpoint/2010/main" val="2910894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HERVORHEBUNG MIT VIEL INH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8A6D120-9FDF-4BA4-88F2-0C6E4507EEA9}"/>
              </a:ext>
            </a:extLst>
          </p:cNvPr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F15F71-44DB-4D13-AE55-D28F1D1B7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828000"/>
            <a:ext cx="8172000" cy="540000"/>
          </a:xfrm>
        </p:spPr>
        <p:txBody>
          <a:bodyPr/>
          <a:lstStyle>
            <a:lvl1pPr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3B6EDCF-E80D-4E83-A8E4-8D2B26F44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000" y="1367999"/>
            <a:ext cx="8172000" cy="2916000"/>
          </a:xfrm>
        </p:spPr>
        <p:txBody>
          <a:bodyPr/>
          <a:lstStyle>
            <a:lvl1pPr>
              <a:lnSpc>
                <a:spcPts val="4400"/>
              </a:lnSpc>
              <a:spcAft>
                <a:spcPts val="0"/>
              </a:spcAft>
              <a:defRPr sz="3600" b="0">
                <a:solidFill>
                  <a:schemeClr val="bg1"/>
                </a:solidFill>
              </a:defRPr>
            </a:lvl1pPr>
            <a:lvl2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2pPr>
            <a:lvl3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3pPr>
            <a:lvl4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4pPr>
            <a:lvl5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5pPr>
            <a:lvl6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6pPr>
            <a:lvl7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7pPr>
            <a:lvl8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8pPr>
            <a:lvl9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Hervorhebung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7051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defTabSz="234000">
              <a:tabLst>
                <a:tab pos="234000" algn="l"/>
              </a:tabLst>
              <a:defRPr/>
            </a:lvl2pPr>
            <a:lvl3pPr defTabSz="234000">
              <a:tabLst>
                <a:tab pos="234000" algn="l"/>
              </a:tabLst>
              <a:defRPr/>
            </a:lvl3pPr>
            <a:lvl4pPr defTabSz="234000">
              <a:tabLst>
                <a:tab pos="234000" algn="l"/>
              </a:tabLst>
              <a:defRPr/>
            </a:lvl4pPr>
            <a:lvl5pPr defTabSz="234000">
              <a:tabLst>
                <a:tab pos="234000" algn="l"/>
              </a:tabLst>
              <a:defRPr/>
            </a:lvl5pPr>
            <a:lvl6pPr marL="0" indent="0" defTabSz="234000">
              <a:buFont typeface="+mj-lt"/>
              <a:buNone/>
              <a:tabLst>
                <a:tab pos="234000" algn="l"/>
              </a:tabLst>
              <a:defRPr/>
            </a:lvl6pPr>
            <a:lvl7pPr defTabSz="234000">
              <a:tabLst>
                <a:tab pos="234000" algn="l"/>
              </a:tabLst>
              <a:defRPr/>
            </a:lvl7pPr>
            <a:lvl8pPr defTabSz="234000">
              <a:tabLst>
                <a:tab pos="234000" algn="l"/>
              </a:tabLst>
              <a:defRPr/>
            </a:lvl8pPr>
            <a:lvl9pPr defTabSz="234000">
              <a:tabLst>
                <a:tab pos="234000" algn="l"/>
              </a:tabLst>
              <a:defRPr/>
            </a:lvl9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05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 //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5A8BB0B-4BD0-4791-8A9B-89C9D0000E3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68000" y="918000"/>
            <a:ext cx="8172000" cy="336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Tabelle durch Klicken auf Symbol hinzufügen</a:t>
            </a:r>
            <a:endParaRPr lang="de-DE" dirty="0"/>
          </a:p>
        </p:txBody>
      </p:sp>
      <p:grpSp>
        <p:nvGrpSpPr>
          <p:cNvPr id="6" name="Regieanweisungen">
            <a:extLst>
              <a:ext uri="{FF2B5EF4-FFF2-40B4-BE49-F238E27FC236}">
                <a16:creationId xmlns:a16="http://schemas.microsoft.com/office/drawing/2014/main" id="{20CE116F-C667-495A-B654-8B72C3A079E7}"/>
              </a:ext>
            </a:extLst>
          </p:cNvPr>
          <p:cNvGrpSpPr/>
          <p:nvPr userDrawn="1"/>
        </p:nvGrpSpPr>
        <p:grpSpPr>
          <a:xfrm>
            <a:off x="-2628800" y="-468000"/>
            <a:ext cx="14833648" cy="6083999"/>
            <a:chOff x="-2628800" y="-468000"/>
            <a:chExt cx="14833648" cy="6083999"/>
          </a:xfrm>
        </p:grpSpPr>
        <p:sp>
          <p:nvSpPr>
            <p:cNvPr id="16" name="Listenebenen">
              <a:extLst>
                <a:ext uri="{FF2B5EF4-FFF2-40B4-BE49-F238E27FC236}">
                  <a16:creationId xmlns:a16="http://schemas.microsoft.com/office/drawing/2014/main" id="{84A0104B-AA90-4DE7-ADAE-6959FBC15DB1}"/>
                </a:ext>
              </a:extLst>
            </p:cNvPr>
            <p:cNvSpPr txBox="1"/>
            <p:nvPr userDrawn="1"/>
          </p:nvSpPr>
          <p:spPr>
            <a:xfrm rot="10800000" flipH="1" flipV="1">
              <a:off x="-2628800" y="1368000"/>
              <a:ext cx="2520800" cy="152778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Einfärbung einer Spalte/Zeile: </a:t>
              </a:r>
              <a:br>
                <a:rPr lang="de-DE" sz="12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Markieren der Spalte/Zeile:</a:t>
              </a: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 Entwurf / Tabellentools &gt; Schattierung &gt;</a:t>
              </a: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1200" b="1" baseline="0" dirty="0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Die gewünschte Farbe aus den Designfarben auswählen</a:t>
              </a:r>
            </a:p>
          </p:txBody>
        </p:sp>
        <p:sp>
          <p:nvSpPr>
            <p:cNvPr id="10" name="Zurücksetzen">
              <a:extLst>
                <a:ext uri="{FF2B5EF4-FFF2-40B4-BE49-F238E27FC236}">
                  <a16:creationId xmlns:a16="http://schemas.microsoft.com/office/drawing/2014/main" id="{431D1FFE-03BA-4520-A89B-CDD1BC7E4751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648000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38EA8585-E11F-4D10-9DAB-78E6756B2D63}"/>
                </a:ext>
              </a:extLst>
            </p:cNvPr>
            <p:cNvSpPr txBox="1"/>
            <p:nvPr userDrawn="1"/>
          </p:nvSpPr>
          <p:spPr>
            <a:xfrm rot="10800000" flipH="1" flipV="1">
              <a:off x="431801" y="-468000"/>
              <a:ext cx="82804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Löschen einer Spalte/Zeile: </a:t>
              </a:r>
              <a:r>
                <a:rPr kumimoji="0" lang="de-DE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Markieren der Spalte/Zeile: Layout &gt; Löschen &gt; Spalte bzw. Zeile löschen</a:t>
              </a:r>
            </a:p>
          </p:txBody>
        </p:sp>
        <p:sp>
          <p:nvSpPr>
            <p:cNvPr id="12" name="Fußzeile">
              <a:extLst>
                <a:ext uri="{FF2B5EF4-FFF2-40B4-BE49-F238E27FC236}">
                  <a16:creationId xmlns:a16="http://schemas.microsoft.com/office/drawing/2014/main" id="{4EFB3271-7B15-42ED-A704-B39FAEDC1436}"/>
                </a:ext>
              </a:extLst>
            </p:cNvPr>
            <p:cNvSpPr txBox="1"/>
            <p:nvPr userDrawn="1"/>
          </p:nvSpPr>
          <p:spPr>
            <a:xfrm rot="10800000" flipH="1" flipV="1">
              <a:off x="431800" y="5255998"/>
              <a:ext cx="8280400" cy="360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6BCDAEA0-53BC-4E57-84CA-5C530F05A90E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2283786"/>
              <a:ext cx="2952848" cy="104404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Einfügen einer Spalte/Zeile: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Markieren der Spalte/Zeile neben der eine weitere eingefügt werden soll: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Layout &gt; Hier die gewünschte Einfügeoption auswählen</a:t>
              </a:r>
            </a:p>
          </p:txBody>
        </p:sp>
      </p:grp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573989D-8FFD-4555-AAB7-592C2CE3AC9F}"/>
              </a:ext>
            </a:extLst>
          </p:cNvPr>
          <p:cNvCxnSpPr/>
          <p:nvPr userDrawn="1"/>
        </p:nvCxnSpPr>
        <p:spPr>
          <a:xfrm>
            <a:off x="0" y="4485600"/>
            <a:ext cx="9144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F3269418-AEC9-43D6-9A0C-41CA02546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513"/>
          <a:stretch/>
        </p:blipFill>
        <p:spPr>
          <a:xfrm>
            <a:off x="9252000" y="3327773"/>
            <a:ext cx="2067213" cy="86415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81CC49D-33BF-49DC-B533-86BE2EB412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08000" y="4679640"/>
            <a:ext cx="1512000" cy="2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4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5148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Vollbild durch klicken einfügen.</a:t>
            </a:r>
          </a:p>
        </p:txBody>
      </p:sp>
    </p:spTree>
    <p:extLst>
      <p:ext uri="{BB962C8B-B14F-4D97-AF65-F5344CB8AC3E}">
        <p14:creationId xmlns:p14="http://schemas.microsoft.com/office/powerpoint/2010/main" val="391117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2052000" y="468000"/>
            <a:ext cx="5040000" cy="336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51999" y="3952800"/>
            <a:ext cx="5040000" cy="32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325704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92" userDrawn="1">
          <p15:clr>
            <a:srgbClr val="FBAE40"/>
          </p15:clr>
        </p15:guide>
        <p15:guide id="2" pos="4468" userDrawn="1">
          <p15:clr>
            <a:srgbClr val="FBAE40"/>
          </p15:clr>
        </p15:guide>
        <p15:guide id="3" orient="horz" pos="291" userDrawn="1">
          <p15:clr>
            <a:srgbClr val="FBAE40"/>
          </p15:clr>
        </p15:guide>
        <p15:guide id="4" orient="horz" pos="241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000" y="468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00" y="3240000"/>
            <a:ext cx="3960000" cy="104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</a:t>
            </a:r>
            <a:r>
              <a:rPr lang="de-DE" dirty="0" err="1"/>
              <a:t>Bildunterzeile</a:t>
            </a:r>
            <a:r>
              <a:rPr lang="de-DE" dirty="0"/>
              <a:t>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80000" y="468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240000"/>
            <a:ext cx="3960000" cy="104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</a:t>
            </a:r>
            <a:r>
              <a:rPr lang="de-DE" dirty="0" err="1"/>
              <a:t>Bildunterzeile</a:t>
            </a:r>
            <a:r>
              <a:rPr lang="de-DE" dirty="0"/>
              <a:t> // für weitere Ebenen (Text)  &gt;&gt; Menü &gt; Start &gt; Absatz &gt; Listenebene erhöhen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622643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 userDrawn="1">
          <p15:clr>
            <a:srgbClr val="FBAE40"/>
          </p15:clr>
        </p15:guide>
        <p15:guide id="2" pos="5443" userDrawn="1">
          <p15:clr>
            <a:srgbClr val="FBAE40"/>
          </p15:clr>
        </p15:guide>
        <p15:guide id="3" orient="horz" pos="291">
          <p15:clr>
            <a:srgbClr val="FBAE40"/>
          </p15:clr>
        </p15:guide>
        <p15:guide id="4" orient="horz" pos="1963" userDrawn="1">
          <p15:clr>
            <a:srgbClr val="FBAE40"/>
          </p15:clr>
        </p15:guide>
        <p15:guide id="5" pos="27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inkl.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80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B3784F-BC20-4A45-986C-728B00F596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</p:spTree>
    <p:extLst>
      <p:ext uri="{BB962C8B-B14F-4D97-AF65-F5344CB8AC3E}">
        <p14:creationId xmlns:p14="http://schemas.microsoft.com/office/powerpoint/2010/main" val="426225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269" userDrawn="1">
          <p15:clr>
            <a:srgbClr val="FBAE40"/>
          </p15:clr>
        </p15:guide>
        <p15:guide id="5" pos="2790">
          <p15:clr>
            <a:srgbClr val="FBAE40"/>
          </p15:clr>
        </p15:guide>
        <p15:guide id="6" pos="54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324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4000" y="954000"/>
            <a:ext cx="4536000" cy="3024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119991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83" userDrawn="1">
          <p15:clr>
            <a:srgbClr val="FBAE40"/>
          </p15:clr>
        </p15:guide>
        <p15:guide id="2" pos="5444" userDrawn="1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50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 inkl. Bildunter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4104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 dirty="0"/>
              <a:t> 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587194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 userDrawn="1">
          <p15:clr>
            <a:srgbClr val="FBAE40"/>
          </p15:clr>
        </p15:guide>
        <p15:guide id="2" pos="5444" userDrawn="1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26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 inkl. Bildunterzeile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220000" y="918000"/>
            <a:ext cx="342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413746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22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540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0000" y="954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73CCF540-0E4F-47A6-981D-1A856FBCB4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80000" y="2628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5624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77" userDrawn="1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1653" userDrawn="1">
          <p15:clr>
            <a:srgbClr val="FBAE40"/>
          </p15:clr>
        </p15:guide>
        <p15:guide id="5" orient="horz" pos="2564" userDrawn="1">
          <p15:clr>
            <a:srgbClr val="FBAE40"/>
          </p15:clr>
        </p15:guide>
        <p15:guide id="6" orient="horz" pos="151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2 Bilder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240000" y="918000"/>
            <a:ext cx="540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954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73CCF540-0E4F-47A6-981D-1A856FBCB4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8000" y="2628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987010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58" userDrawn="1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1653">
          <p15:clr>
            <a:srgbClr val="FBAE40"/>
          </p15:clr>
        </p15:guide>
        <p15:guide id="5" orient="horz" pos="2564">
          <p15:clr>
            <a:srgbClr val="FBAE40"/>
          </p15:clr>
        </p15:guide>
        <p15:guide id="6" orient="horz" pos="151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 EINFÜGEN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674647-E98A-4E91-B769-603FBD38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3634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7FEC2D-DBFC-481D-89EF-55316F02D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4840014"/>
            <a:ext cx="6300000" cy="108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MENSCHLICH – WELTOFFEN – LEISTUNGSSTARK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C5583F-31A1-412C-900F-41106AD7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1779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360000" y="5524114"/>
            <a:ext cx="4284008" cy="17998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EEBD-E611-4601-8478-2EAA0B8A8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852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 userDrawn="1">
            <p:ph type="title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KAPITEL | CHART-HEADLINE</a:t>
            </a:r>
          </a:p>
        </p:txBody>
      </p:sp>
      <p:sp>
        <p:nvSpPr>
          <p:cNvPr id="3" name="Textplatzhalter 2"/>
          <p:cNvSpPr>
            <a:spLocks noGrp="1"/>
          </p:cNvSpPr>
          <p:nvPr userDrawn="1">
            <p:ph type="body" idx="1"/>
          </p:nvPr>
        </p:nvSpPr>
        <p:spPr>
          <a:xfrm>
            <a:off x="468000" y="918000"/>
            <a:ext cx="7560000" cy="336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(Text und Aufzählungen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098AA80-601F-3413-3F50-122C39092FD0}"/>
              </a:ext>
            </a:extLst>
          </p:cNvPr>
          <p:cNvSpPr/>
          <p:nvPr userDrawn="1"/>
        </p:nvSpPr>
        <p:spPr>
          <a:xfrm>
            <a:off x="0" y="4663543"/>
            <a:ext cx="9144000" cy="479957"/>
          </a:xfrm>
          <a:prstGeom prst="rect">
            <a:avLst/>
          </a:prstGeom>
          <a:solidFill>
            <a:srgbClr val="00356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013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4F3000F-F0D4-1793-33CE-24941C3028C4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2482" y="4747500"/>
            <a:ext cx="1271159" cy="339502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324000" y="4840014"/>
            <a:ext cx="252000" cy="108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aseline="0">
                <a:ln>
                  <a:solidFill>
                    <a:schemeClr val="bg1"/>
                  </a:solidFill>
                </a:ln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9pPr>
          </a:lstStyle>
          <a:p>
            <a:fld id="{6C8FC03C-C266-4645-ABC5-645062898383}" type="slidenum">
              <a:rPr lang="de-DE" smtClean="0"/>
              <a:pPr/>
              <a:t>‹Nr.›</a:t>
            </a:fld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041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0" r:id="rId4"/>
    <p:sldLayoutId id="2147483667" r:id="rId5"/>
    <p:sldLayoutId id="2147483658" r:id="rId6"/>
    <p:sldLayoutId id="2147483659" r:id="rId7"/>
    <p:sldLayoutId id="2147483660" r:id="rId8"/>
    <p:sldLayoutId id="2147483661" r:id="rId9"/>
    <p:sldLayoutId id="2147483663" r:id="rId10"/>
    <p:sldLayoutId id="2147483662" r:id="rId11"/>
    <p:sldLayoutId id="2147483664" r:id="rId12"/>
    <p:sldLayoutId id="2147483665" r:id="rId13"/>
    <p:sldLayoutId id="2147483666" r:id="rId14"/>
    <p:sldLayoutId id="2147483654" r:id="rId15"/>
    <p:sldLayoutId id="2147483655" r:id="rId16"/>
    <p:sldLayoutId id="2147483668" r:id="rId17"/>
  </p:sldLayoutIdLst>
  <p:hf hdr="0" ftr="0" dt="0"/>
  <p:txStyles>
    <p:title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700" b="0" kern="1200" baseline="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1200"/>
        </a:spcAft>
        <a:buSzPct val="75000"/>
        <a:buFont typeface="Arial" panose="020B0604020202020204" pitchFamily="34" charset="0"/>
        <a:buNone/>
        <a:defRPr sz="1500" b="1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234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468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702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2" userDrawn="1">
          <p15:clr>
            <a:srgbClr val="5ACBF0"/>
          </p15:clr>
        </p15:guide>
        <p15:guide id="2" pos="5059" userDrawn="1">
          <p15:clr>
            <a:srgbClr val="5ACBF0"/>
          </p15:clr>
        </p15:guide>
        <p15:guide id="3" orient="horz" pos="245" userDrawn="1">
          <p15:clr>
            <a:srgbClr val="5ACBF0"/>
          </p15:clr>
        </p15:guide>
        <p15:guide id="4" orient="horz" pos="2700" userDrawn="1">
          <p15:clr>
            <a:srgbClr val="5ACBF0"/>
          </p15:clr>
        </p15:guide>
        <p15:guide id="5" pos="544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9A56B68-6A5B-DF92-510D-431134AA78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9" r="-849" b="39801"/>
          <a:stretch>
            <a:fillRect/>
          </a:stretch>
        </p:blipFill>
        <p:spPr>
          <a:xfrm>
            <a:off x="-23204" y="0"/>
            <a:ext cx="8555644" cy="3075806"/>
          </a:xfrm>
          <a:prstGeom prst="rect">
            <a:avLst/>
          </a:prstGeom>
        </p:spPr>
      </p:pic>
      <p:sp>
        <p:nvSpPr>
          <p:cNvPr id="4" name="Titel">
            <a:extLst>
              <a:ext uri="{FF2B5EF4-FFF2-40B4-BE49-F238E27FC236}">
                <a16:creationId xmlns:a16="http://schemas.microsoft.com/office/drawing/2014/main" id="{591F5E70-F6F5-4247-85F2-66AA884FA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48" y="4029732"/>
            <a:ext cx="8218700" cy="334800"/>
          </a:xfrm>
        </p:spPr>
        <p:txBody>
          <a:bodyPr/>
          <a:lstStyle/>
          <a:p>
            <a:r>
              <a:rPr lang="en-US" b="1" noProof="0" dirty="0"/>
              <a:t>Exploring Functional Emotion Concepts in Large Language Models</a:t>
            </a:r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AC3D5CC-166E-7B3A-1935-68341F39A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344" y="17592"/>
            <a:ext cx="1080120" cy="105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0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D454B-49D7-4411-AEB6-9AFF8784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B016080B-EA24-8FE9-C90B-D5287B05A8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 noProof="0" dirty="0"/>
              <a:t>Composition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7E0B19D9-7679-9782-79AD-73C7A381C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US" noProof="0" smtClean="0"/>
              <a:pPr/>
              <a:t>2</a:t>
            </a:fld>
            <a:r>
              <a:rPr lang="en-US" noProof="0" dirty="0"/>
              <a:t> </a:t>
            </a:r>
          </a:p>
        </p:txBody>
      </p:sp>
      <p:sp>
        <p:nvSpPr>
          <p:cNvPr id="100" name="PaperCard 100"/>
          <p:cNvSpPr/>
          <p:nvPr/>
        </p:nvSpPr>
        <p:spPr>
          <a:xfrm>
            <a:off x="1143000" y="1041400"/>
            <a:ext cx="6858000" cy="3175000"/>
          </a:xfrm>
          <a:prstGeom prst="roundRect">
            <a:avLst>
              <a:gd name="adj" fmla="val 4000"/>
            </a:avLst>
          </a:prstGeom>
          <a:solidFill>
            <a:srgbClr val="EAF0F5"/>
          </a:solidFill>
          <a:ln w="28575">
            <a:solidFill>
              <a:srgbClr val="003560"/>
            </a:solidFill>
          </a:ln>
        </p:spPr>
        <p:txBody>
          <a:bodyPr wrap="square" lIns="274320" tIns="182880" rIns="274320" bIns="182880" anchor="ctr"/>
          <a:lstStyle/>
          <a:p>
            <a:pPr>
              <a:spcAft>
                <a:spcPts val="600"/>
              </a:spcAft>
            </a:pPr>
            <a:r>
              <a:rPr lang="en-US" sz="1200" b="1" spc="200" noProof="0" dirty="0">
                <a:solidFill>
                  <a:srgbClr val="003560"/>
                </a:solidFill>
                <a:latin typeface="Arial"/>
              </a:rPr>
              <a:t>PAPER 1 OF 3</a:t>
            </a:r>
          </a:p>
          <a:p>
            <a:pPr>
              <a:spcAft>
                <a:spcPts val="400"/>
              </a:spcAft>
            </a:pPr>
            <a:r>
              <a:rPr lang="en-US" sz="2000" b="1" noProof="0" dirty="0">
                <a:solidFill>
                  <a:srgbClr val="003560"/>
                </a:solidFill>
                <a:latin typeface="Arial"/>
              </a:rPr>
              <a:t>The theory of constructed emotion</a:t>
            </a:r>
          </a:p>
          <a:p>
            <a:pPr>
              <a:spcBef>
                <a:spcPts val="500"/>
              </a:spcBef>
            </a:pPr>
            <a:r>
              <a:rPr lang="en-US" sz="1500" b="1" noProof="0" dirty="0">
                <a:solidFill>
                  <a:srgbClr val="003560"/>
                </a:solidFill>
                <a:latin typeface="Arial"/>
              </a:rPr>
              <a:t>Author   </a:t>
            </a:r>
            <a:r>
              <a:rPr lang="en-US" sz="1500" noProof="0" dirty="0">
                <a:solidFill>
                  <a:srgbClr val="404040"/>
                </a:solidFill>
                <a:latin typeface="Arial"/>
              </a:rPr>
              <a:t>Lisa Feldman Barrett</a:t>
            </a:r>
          </a:p>
          <a:p>
            <a:pPr>
              <a:spcBef>
                <a:spcPts val="500"/>
              </a:spcBef>
            </a:pPr>
            <a:r>
              <a:rPr lang="en-US" sz="1500" b="1" noProof="0" dirty="0">
                <a:solidFill>
                  <a:srgbClr val="003560"/>
                </a:solidFill>
                <a:latin typeface="Arial"/>
              </a:rPr>
              <a:t>Published   </a:t>
            </a:r>
            <a:r>
              <a:rPr lang="en-US" sz="1500" noProof="0" dirty="0">
                <a:solidFill>
                  <a:srgbClr val="404040"/>
                </a:solidFill>
                <a:latin typeface="Arial"/>
              </a:rPr>
              <a:t>2006</a:t>
            </a:r>
          </a:p>
          <a:p>
            <a:pPr>
              <a:spcBef>
                <a:spcPts val="500"/>
              </a:spcBef>
            </a:pPr>
            <a:r>
              <a:rPr lang="en-US" sz="1500" b="1" noProof="0" dirty="0">
                <a:solidFill>
                  <a:srgbClr val="003560"/>
                </a:solidFill>
                <a:latin typeface="Arial"/>
              </a:rPr>
              <a:t>Review   </a:t>
            </a:r>
            <a:r>
              <a:rPr lang="en-US" sz="1500" noProof="0" dirty="0">
                <a:solidFill>
                  <a:srgbClr val="404040"/>
                </a:solidFill>
                <a:latin typeface="Arial"/>
              </a:rPr>
              <a:t>Peer reviewed: National Institutes of H</a:t>
            </a:r>
            <a:r>
              <a:rPr lang="en-US" sz="1500" dirty="0" err="1">
                <a:solidFill>
                  <a:srgbClr val="404040"/>
                </a:solidFill>
                <a:latin typeface="Arial"/>
              </a:rPr>
              <a:t>ealth</a:t>
            </a:r>
            <a:r>
              <a:rPr lang="en-US" sz="1500" noProof="0" dirty="0">
                <a:solidFill>
                  <a:srgbClr val="404040"/>
                </a:solidFill>
                <a:latin typeface="Arial"/>
              </a:rPr>
              <a:t> (US)</a:t>
            </a:r>
          </a:p>
        </p:txBody>
      </p:sp>
      <p:sp>
        <p:nvSpPr>
          <p:cNvPr id="101" name="PaperCard 101"/>
          <p:cNvSpPr/>
          <p:nvPr/>
        </p:nvSpPr>
        <p:spPr>
          <a:xfrm>
            <a:off x="1151106" y="1041400"/>
            <a:ext cx="6858000" cy="3175000"/>
          </a:xfrm>
          <a:prstGeom prst="roundRect">
            <a:avLst>
              <a:gd name="adj" fmla="val 4000"/>
            </a:avLst>
          </a:prstGeom>
          <a:solidFill>
            <a:srgbClr val="EFF4E0"/>
          </a:solidFill>
          <a:ln w="28575">
            <a:solidFill>
              <a:srgbClr val="8DAE10"/>
            </a:solidFill>
          </a:ln>
        </p:spPr>
        <p:txBody>
          <a:bodyPr wrap="square" lIns="274320" tIns="182880" rIns="274320" bIns="182880" anchor="ctr"/>
          <a:lstStyle/>
          <a:p>
            <a:pPr>
              <a:spcAft>
                <a:spcPts val="600"/>
              </a:spcAft>
            </a:pPr>
            <a:r>
              <a:rPr lang="en-US" sz="1200" b="1" spc="200" noProof="0" dirty="0">
                <a:solidFill>
                  <a:srgbClr val="003560"/>
                </a:solidFill>
                <a:latin typeface="Arial"/>
              </a:rPr>
              <a:t>PAPER 2 OF 3</a:t>
            </a:r>
          </a:p>
          <a:p>
            <a:pPr>
              <a:spcAft>
                <a:spcPts val="400"/>
              </a:spcAft>
            </a:pPr>
            <a:r>
              <a:rPr lang="en-US" sz="2000" b="1" noProof="0" dirty="0">
                <a:solidFill>
                  <a:srgbClr val="003560"/>
                </a:solidFill>
                <a:latin typeface="Arial"/>
              </a:rPr>
              <a:t>Emotion Concepts and their Function in Large Language Models</a:t>
            </a:r>
          </a:p>
          <a:p>
            <a:pPr>
              <a:spcBef>
                <a:spcPts val="500"/>
              </a:spcBef>
            </a:pPr>
            <a:r>
              <a:rPr lang="en-US" sz="1500" b="1" noProof="0" dirty="0">
                <a:solidFill>
                  <a:srgbClr val="003560"/>
                </a:solidFill>
                <a:latin typeface="Arial"/>
              </a:rPr>
              <a:t>Author   </a:t>
            </a:r>
            <a:r>
              <a:rPr lang="en-US" sz="1500" noProof="0" dirty="0">
                <a:solidFill>
                  <a:srgbClr val="404040"/>
                </a:solidFill>
                <a:latin typeface="Arial"/>
              </a:rPr>
              <a:t>Anthropic Research Team</a:t>
            </a:r>
          </a:p>
          <a:p>
            <a:pPr>
              <a:spcBef>
                <a:spcPts val="500"/>
              </a:spcBef>
            </a:pPr>
            <a:r>
              <a:rPr lang="en-US" sz="1500" b="1" noProof="0" dirty="0">
                <a:solidFill>
                  <a:srgbClr val="003560"/>
                </a:solidFill>
                <a:latin typeface="Arial"/>
              </a:rPr>
              <a:t>Published   </a:t>
            </a:r>
            <a:r>
              <a:rPr lang="en-US" sz="1500" noProof="0" dirty="0">
                <a:solidFill>
                  <a:srgbClr val="404040"/>
                </a:solidFill>
                <a:latin typeface="Arial"/>
              </a:rPr>
              <a:t>April 2026</a:t>
            </a:r>
          </a:p>
          <a:p>
            <a:pPr>
              <a:spcBef>
                <a:spcPts val="500"/>
              </a:spcBef>
            </a:pPr>
            <a:r>
              <a:rPr lang="en-US" sz="1500" b="1" noProof="0" dirty="0">
                <a:solidFill>
                  <a:srgbClr val="003560"/>
                </a:solidFill>
                <a:latin typeface="Arial"/>
              </a:rPr>
              <a:t>Review   </a:t>
            </a:r>
            <a:r>
              <a:rPr lang="en-US" sz="1500" noProof="0" dirty="0">
                <a:solidFill>
                  <a:srgbClr val="404040"/>
                </a:solidFill>
                <a:latin typeface="Arial"/>
              </a:rPr>
              <a:t>Gray literature: Anthropic research board</a:t>
            </a:r>
          </a:p>
        </p:txBody>
      </p:sp>
      <p:sp>
        <p:nvSpPr>
          <p:cNvPr id="102" name="PaperCard 102"/>
          <p:cNvSpPr/>
          <p:nvPr/>
        </p:nvSpPr>
        <p:spPr>
          <a:xfrm>
            <a:off x="1151552" y="1041400"/>
            <a:ext cx="6858000" cy="3175000"/>
          </a:xfrm>
          <a:prstGeom prst="roundRect">
            <a:avLst>
              <a:gd name="adj" fmla="val 4000"/>
            </a:avLst>
          </a:prstGeom>
          <a:solidFill>
            <a:srgbClr val="FDEEE0"/>
          </a:solidFill>
          <a:ln w="28575">
            <a:solidFill>
              <a:srgbClr val="EE7203"/>
            </a:solidFill>
          </a:ln>
        </p:spPr>
        <p:txBody>
          <a:bodyPr wrap="square" lIns="274320" tIns="182880" rIns="274320" bIns="182880" anchor="ctr"/>
          <a:lstStyle/>
          <a:p>
            <a:pPr>
              <a:spcAft>
                <a:spcPts val="600"/>
              </a:spcAft>
            </a:pPr>
            <a:r>
              <a:rPr lang="en-US" sz="1200" b="1" spc="200" noProof="0" dirty="0">
                <a:solidFill>
                  <a:srgbClr val="003560"/>
                </a:solidFill>
                <a:latin typeface="Arial"/>
              </a:rPr>
              <a:t>PAPER 3 OF 3</a:t>
            </a:r>
          </a:p>
          <a:p>
            <a:pPr>
              <a:spcAft>
                <a:spcPts val="400"/>
              </a:spcAft>
            </a:pPr>
            <a:r>
              <a:rPr lang="en-US" sz="2000" b="1" noProof="0" dirty="0">
                <a:solidFill>
                  <a:srgbClr val="003560"/>
                </a:solidFill>
                <a:latin typeface="Arial"/>
              </a:rPr>
              <a:t>Training language models to follow instructions with human feedback</a:t>
            </a:r>
          </a:p>
          <a:p>
            <a:pPr>
              <a:spcBef>
                <a:spcPts val="500"/>
              </a:spcBef>
            </a:pPr>
            <a:r>
              <a:rPr lang="en-US" sz="1500" b="1" noProof="0" dirty="0">
                <a:solidFill>
                  <a:srgbClr val="003560"/>
                </a:solidFill>
                <a:latin typeface="Arial"/>
              </a:rPr>
              <a:t>Author   </a:t>
            </a:r>
            <a:r>
              <a:rPr lang="en-US" sz="1500" noProof="0" dirty="0">
                <a:solidFill>
                  <a:srgbClr val="404040"/>
                </a:solidFill>
                <a:latin typeface="Arial"/>
              </a:rPr>
              <a:t>OpenAI Research Team</a:t>
            </a:r>
          </a:p>
          <a:p>
            <a:pPr>
              <a:spcBef>
                <a:spcPts val="500"/>
              </a:spcBef>
            </a:pPr>
            <a:r>
              <a:rPr lang="en-US" sz="1500" b="1" noProof="0" dirty="0">
                <a:solidFill>
                  <a:srgbClr val="003560"/>
                </a:solidFill>
                <a:latin typeface="Arial"/>
              </a:rPr>
              <a:t>Published   </a:t>
            </a:r>
            <a:r>
              <a:rPr lang="en-US" sz="1500" noProof="0" dirty="0">
                <a:solidFill>
                  <a:srgbClr val="404040"/>
                </a:solidFill>
                <a:latin typeface="Arial"/>
              </a:rPr>
              <a:t>March 2022</a:t>
            </a:r>
          </a:p>
          <a:p>
            <a:pPr>
              <a:spcBef>
                <a:spcPts val="500"/>
              </a:spcBef>
            </a:pPr>
            <a:r>
              <a:rPr lang="en-US" sz="1500" b="1" noProof="0" dirty="0">
                <a:solidFill>
                  <a:srgbClr val="003560"/>
                </a:solidFill>
                <a:latin typeface="Arial"/>
              </a:rPr>
              <a:t>Review   </a:t>
            </a:r>
            <a:r>
              <a:rPr lang="en-US" sz="1500" noProof="0" dirty="0">
                <a:solidFill>
                  <a:srgbClr val="404040"/>
                </a:solidFill>
                <a:latin typeface="Arial"/>
              </a:rPr>
              <a:t>Peer reviewed: </a:t>
            </a:r>
            <a:r>
              <a:rPr lang="en-US" sz="1500" noProof="0" dirty="0" err="1">
                <a:solidFill>
                  <a:srgbClr val="404040"/>
                </a:solidFill>
                <a:latin typeface="Arial"/>
              </a:rPr>
              <a:t>NeurIPS</a:t>
            </a:r>
            <a:r>
              <a:rPr lang="en-US" sz="1500" noProof="0" dirty="0">
                <a:solidFill>
                  <a:srgbClr val="404040"/>
                </a:solidFill>
                <a:latin typeface="Arial"/>
              </a:rPr>
              <a:t> (US)</a:t>
            </a:r>
          </a:p>
        </p:txBody>
      </p:sp>
    </p:spTree>
    <p:extLst>
      <p:ext uri="{BB962C8B-B14F-4D97-AF65-F5344CB8AC3E}">
        <p14:creationId xmlns:p14="http://schemas.microsoft.com/office/powerpoint/2010/main" val="2356268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79B64-B9BE-8382-5C01-6373AFFF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CDC0C74E-4EC7-BF6C-7937-A2C5FD953C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 noProof="0" dirty="0"/>
              <a:t>Barret’s understanding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B9F6BB08-E8A3-C8F1-C72B-0BF7B1E54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8000"/>
            <a:ext cx="4104000" cy="3366000"/>
          </a:xfrm>
        </p:spPr>
        <p:txBody>
          <a:bodyPr anchor="t">
            <a:normAutofit/>
          </a:bodyPr>
          <a:lstStyle/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noProof="0" dirty="0"/>
              <a:t>Emotions are distinct biological fingerprints (Classical view)</a:t>
            </a:r>
          </a:p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noProof="0" dirty="0"/>
              <a:t>Emotions come from degeneracy (Barret)</a:t>
            </a:r>
          </a:p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noProof="0" dirty="0"/>
              <a:t>What does degenerate mean?</a:t>
            </a:r>
          </a:p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noProof="0" dirty="0"/>
              <a:t>What is Allostasis?</a:t>
            </a:r>
          </a:p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noProof="0" dirty="0"/>
              <a:t>Predictive approach</a:t>
            </a:r>
          </a:p>
          <a:p>
            <a:pPr lvl="2">
              <a:buClr>
                <a:schemeClr val="tx2"/>
              </a:buClr>
              <a:buSzPct val="130000"/>
            </a:pPr>
            <a:endParaRPr lang="en-US" noProof="0" dirty="0"/>
          </a:p>
          <a:p>
            <a:pPr marL="0" lvl="2" indent="0">
              <a:buClr>
                <a:schemeClr val="tx2"/>
              </a:buClr>
              <a:buSzPct val="130000"/>
              <a:buNone/>
            </a:pPr>
            <a:endParaRPr lang="en-US" noProof="0" dirty="0"/>
          </a:p>
          <a:p>
            <a:pPr lvl="2">
              <a:buClr>
                <a:schemeClr val="tx2"/>
              </a:buClr>
              <a:buSzPct val="130000"/>
            </a:pPr>
            <a:endParaRPr lang="en-US" noProof="0" dirty="0"/>
          </a:p>
          <a:p>
            <a:pPr lvl="2">
              <a:buClr>
                <a:schemeClr val="tx2"/>
              </a:buClr>
              <a:buSzPct val="130000"/>
            </a:pPr>
            <a:endParaRPr lang="en-US" noProof="0" dirty="0"/>
          </a:p>
          <a:p>
            <a:pPr marL="0" lvl="2" indent="0">
              <a:buClr>
                <a:schemeClr val="tx2"/>
              </a:buClr>
              <a:buSzPct val="130000"/>
              <a:buNone/>
            </a:pPr>
            <a:endParaRPr lang="en-US" noProof="0" dirty="0"/>
          </a:p>
          <a:p>
            <a:pPr marL="0" lvl="2" indent="0">
              <a:buClr>
                <a:schemeClr val="tx2"/>
              </a:buClr>
              <a:buSzPct val="130000"/>
              <a:buNone/>
            </a:pPr>
            <a:endParaRPr lang="en-US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5F617552-F533-B366-1893-7AA24C4CB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US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r>
              <a:rPr lang="en-US" sz="700" noProof="0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A7B518-AD1A-977B-B7A8-6163B1BBE3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963" t="20" r="11472" b="-20"/>
          <a:stretch>
            <a:fillRect/>
          </a:stretch>
        </p:blipFill>
        <p:spPr>
          <a:xfrm>
            <a:off x="4584411" y="1146186"/>
            <a:ext cx="3960000" cy="2261628"/>
          </a:xfrm>
          <a:prstGeom prst="rect">
            <a:avLst/>
          </a:prstGeom>
          <a:noFill/>
          <a:ln>
            <a:noFill/>
          </a:ln>
          <a:effectLst>
            <a:softEdge rad="112500"/>
          </a:effectLst>
        </p:spPr>
      </p:pic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9F2FA06B-6735-C16B-1DA2-F6E6FD53AE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3027" y="3402000"/>
            <a:ext cx="3468355" cy="576000"/>
          </a:xfrm>
        </p:spPr>
        <p:txBody>
          <a:bodyPr/>
          <a:lstStyle/>
          <a:p>
            <a:pPr algn="just"/>
            <a:r>
              <a:rPr lang="en-US" sz="800" b="0" noProof="0" dirty="0"/>
              <a:t>Past Experiences, Current Body State and Situational Context merging into an “Emotion” that directs the bodies actions with the idea of reaching what is presumed to be the optimal outcome.</a:t>
            </a:r>
          </a:p>
        </p:txBody>
      </p:sp>
    </p:spTree>
    <p:extLst>
      <p:ext uri="{BB962C8B-B14F-4D97-AF65-F5344CB8AC3E}">
        <p14:creationId xmlns:p14="http://schemas.microsoft.com/office/powerpoint/2010/main" val="3794558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54BD2-CDE2-E2C9-0B9A-0F4F2FD55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585832B1-4C24-4FC3-FDB6-F028903951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 noProof="0" dirty="0">
                <a:solidFill>
                  <a:srgbClr val="1736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</a:t>
            </a:r>
            <a:endParaRPr lang="en-US" b="1" noProof="0" dirty="0">
              <a:solidFill>
                <a:srgbClr val="17365C"/>
              </a:solidFill>
            </a:endParaRP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4588B3EC-3938-C41C-4839-80936437D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55454"/>
            <a:ext cx="4104000" cy="3366000"/>
          </a:xfrm>
        </p:spPr>
        <p:txBody>
          <a:bodyPr/>
          <a:lstStyle/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sz="14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Claude is able to interpret context</a:t>
            </a:r>
            <a:endParaRPr lang="en-US" sz="1400" noProof="0" dirty="0"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sz="1400" noProof="0" dirty="0">
                <a:solidFill>
                  <a:srgbClr val="17365C"/>
                </a:solidFill>
                <a:cs typeface="Arial" panose="020B0604020202020204" pitchFamily="34" charset="0"/>
              </a:rPr>
              <a:t>Not Imitation, but functional emotion </a:t>
            </a:r>
          </a:p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sz="1400" noProof="0" dirty="0">
                <a:solidFill>
                  <a:srgbClr val="17365C"/>
                </a:solidFill>
                <a:cs typeface="Arial" panose="020B0604020202020204" pitchFamily="34" charset="0"/>
              </a:rPr>
              <a:t>„Claudes“ understanding stems</a:t>
            </a:r>
            <a:br>
              <a:rPr lang="en-US" sz="1400" noProof="0" dirty="0">
                <a:solidFill>
                  <a:srgbClr val="17365C"/>
                </a:solidFill>
                <a:cs typeface="Arial" panose="020B0604020202020204" pitchFamily="34" charset="0"/>
              </a:rPr>
            </a:br>
            <a:r>
              <a:rPr lang="en-US" sz="1400" noProof="0" dirty="0">
                <a:solidFill>
                  <a:srgbClr val="17365C"/>
                </a:solidFill>
                <a:cs typeface="Arial" panose="020B0604020202020204" pitchFamily="34" charset="0"/>
              </a:rPr>
              <a:t>from pre-training.</a:t>
            </a:r>
          </a:p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sz="1400" noProof="0" dirty="0">
                <a:solidFill>
                  <a:srgbClr val="17365C"/>
                </a:solidFill>
                <a:cs typeface="Arial" panose="020B0604020202020204" pitchFamily="34" charset="0"/>
              </a:rPr>
              <a:t>But one more key factor…</a:t>
            </a:r>
          </a:p>
          <a:p>
            <a:pPr marL="0" lvl="2" indent="0">
              <a:lnSpc>
                <a:spcPct val="100000"/>
              </a:lnSpc>
              <a:buClr>
                <a:schemeClr val="tx2"/>
              </a:buClr>
              <a:buSzPct val="130000"/>
              <a:buNone/>
            </a:pPr>
            <a:endParaRPr lang="en-US" sz="1400" noProof="0" dirty="0">
              <a:solidFill>
                <a:srgbClr val="17365C"/>
              </a:solidFill>
              <a:cs typeface="Arial" panose="020B0604020202020204" pitchFamily="34" charset="0"/>
            </a:endParaRPr>
          </a:p>
          <a:p>
            <a:pPr marL="0" lvl="2" indent="0">
              <a:lnSpc>
                <a:spcPct val="100000"/>
              </a:lnSpc>
              <a:buClr>
                <a:schemeClr val="tx2"/>
              </a:buClr>
              <a:buSzPct val="130000"/>
              <a:buNone/>
            </a:pPr>
            <a:endParaRPr lang="en-US" sz="1400" noProof="0" dirty="0">
              <a:latin typeface="+mj-lt"/>
            </a:endParaRP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BCA83CF6-48B1-B1B9-6074-5C66A43CE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US" noProof="0" smtClean="0"/>
              <a:pPr/>
              <a:t>4</a:t>
            </a:fld>
            <a:r>
              <a:rPr lang="en-US" noProof="0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1B500DC-CF1A-86B0-7999-05DDB5DEA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901" y="771550"/>
            <a:ext cx="5672335" cy="324133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51770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5B6E0-EF4B-A866-3E15-768FA8528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31502759-BF00-5115-D1E8-18BAB84E88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 noProof="0" dirty="0">
                <a:solidFill>
                  <a:srgbClr val="1736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RLHF</a:t>
            </a:r>
            <a:endParaRPr lang="en-US" b="1" noProof="0" dirty="0">
              <a:solidFill>
                <a:srgbClr val="17365C"/>
              </a:solidFill>
            </a:endParaRP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1C1FAB6B-5A9B-E388-4B7A-DE3EFCA4D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55454"/>
            <a:ext cx="4104000" cy="3366000"/>
          </a:xfrm>
        </p:spPr>
        <p:txBody>
          <a:bodyPr/>
          <a:lstStyle/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sz="14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Model alignment and RLHF</a:t>
            </a:r>
            <a:endParaRPr lang="en-US" sz="1400" noProof="0" dirty="0"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sz="1400" noProof="0" dirty="0">
                <a:solidFill>
                  <a:srgbClr val="17365C"/>
                </a:solidFill>
                <a:cs typeface="Arial" panose="020B0604020202020204" pitchFamily="34" charset="0"/>
              </a:rPr>
              <a:t>Three-step process</a:t>
            </a:r>
          </a:p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sz="1400" noProof="0" dirty="0">
                <a:solidFill>
                  <a:srgbClr val="17365C"/>
                </a:solidFill>
                <a:cs typeface="Arial" panose="020B0604020202020204" pitchFamily="34" charset="0"/>
              </a:rPr>
              <a:t>SFT, RM, PPO</a:t>
            </a:r>
          </a:p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sz="1400" noProof="0" dirty="0">
                <a:solidFill>
                  <a:srgbClr val="17365C"/>
                </a:solidFill>
                <a:cs typeface="Arial" panose="020B0604020202020204" pitchFamily="34" charset="0"/>
              </a:rPr>
              <a:t>Creates a persona</a:t>
            </a:r>
          </a:p>
          <a:p>
            <a:pPr marL="0" lvl="2" indent="0">
              <a:lnSpc>
                <a:spcPct val="100000"/>
              </a:lnSpc>
              <a:buClr>
                <a:schemeClr val="tx2"/>
              </a:buClr>
              <a:buSzPct val="130000"/>
              <a:buNone/>
            </a:pPr>
            <a:endParaRPr lang="en-US" sz="1400" noProof="0" dirty="0">
              <a:solidFill>
                <a:srgbClr val="17365C"/>
              </a:solidFill>
              <a:cs typeface="Arial" panose="020B0604020202020204" pitchFamily="34" charset="0"/>
            </a:endParaRPr>
          </a:p>
          <a:p>
            <a:pPr marL="0" lvl="2" indent="0">
              <a:lnSpc>
                <a:spcPct val="100000"/>
              </a:lnSpc>
              <a:buClr>
                <a:schemeClr val="tx2"/>
              </a:buClr>
              <a:buSzPct val="130000"/>
              <a:buNone/>
            </a:pPr>
            <a:endParaRPr lang="en-US" sz="1400" noProof="0" dirty="0">
              <a:latin typeface="+mj-lt"/>
            </a:endParaRP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408CA0ED-15FD-28BA-53D0-57B41FA1E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US" noProof="0" smtClean="0"/>
              <a:pPr/>
              <a:t>5</a:t>
            </a:fld>
            <a:r>
              <a:rPr lang="en-US" noProof="0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6125F60-F0C3-CF99-0F6D-71C452C372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" r="30"/>
          <a:stretch/>
        </p:blipFill>
        <p:spPr>
          <a:xfrm>
            <a:off x="3023859" y="555526"/>
            <a:ext cx="6050377" cy="345735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53250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33CCC-E9ED-A385-FC76-B1AFDA0EE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383C43B8-10F8-609F-C19C-B70DE1BB6D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 noProof="0" dirty="0">
                <a:latin typeface="Arial" panose="020B0604020202020204" pitchFamily="34" charset="0"/>
                <a:cs typeface="Arial" panose="020B0604020202020204" pitchFamily="34" charset="0"/>
              </a:rPr>
              <a:t>Where they clash</a:t>
            </a:r>
            <a:endParaRPr lang="en-US" b="1" noProof="0" dirty="0"/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365B35F0-C8CA-5AA3-684E-69FEB6A60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55454"/>
            <a:ext cx="4104000" cy="3366000"/>
          </a:xfrm>
        </p:spPr>
        <p:txBody>
          <a:bodyPr/>
          <a:lstStyle/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sz="14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Barretts theory is based on survival „optimization“</a:t>
            </a:r>
          </a:p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sz="14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Steering and alignment from RLHF</a:t>
            </a:r>
          </a:p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sz="14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Functional emotions causally drive behavior</a:t>
            </a:r>
          </a:p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sz="14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No Body, no sensations.</a:t>
            </a:r>
          </a:p>
          <a:p>
            <a:pPr lvl="2">
              <a:lnSpc>
                <a:spcPct val="150000"/>
              </a:lnSpc>
              <a:buClr>
                <a:schemeClr val="tx2"/>
              </a:buClr>
              <a:buSzPct val="130000"/>
            </a:pPr>
            <a:r>
              <a:rPr lang="en-US" sz="14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By definition no feeling</a:t>
            </a: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endParaRPr lang="en-US" sz="1400" noProof="0" dirty="0">
              <a:solidFill>
                <a:srgbClr val="17365C"/>
              </a:solidFill>
              <a:latin typeface="+mj-lt"/>
              <a:cs typeface="Arial" panose="020B0604020202020204" pitchFamily="34" charset="0"/>
            </a:endParaRP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endParaRPr lang="en-US" sz="1400" noProof="0" dirty="0">
              <a:solidFill>
                <a:srgbClr val="17365C"/>
              </a:solidFill>
              <a:cs typeface="Arial" panose="020B0604020202020204" pitchFamily="34" charset="0"/>
            </a:endParaRPr>
          </a:p>
          <a:p>
            <a:pPr marL="0" lvl="2" indent="0">
              <a:lnSpc>
                <a:spcPct val="100000"/>
              </a:lnSpc>
              <a:buClr>
                <a:schemeClr val="tx2"/>
              </a:buClr>
              <a:buSzPct val="130000"/>
              <a:buNone/>
            </a:pPr>
            <a:endParaRPr lang="en-US" sz="1400" noProof="0" dirty="0">
              <a:solidFill>
                <a:srgbClr val="17365C"/>
              </a:solidFill>
              <a:cs typeface="Arial" panose="020B0604020202020204" pitchFamily="34" charset="0"/>
            </a:endParaRPr>
          </a:p>
          <a:p>
            <a:pPr marL="0" lvl="2" indent="0">
              <a:lnSpc>
                <a:spcPct val="100000"/>
              </a:lnSpc>
              <a:buClr>
                <a:schemeClr val="tx2"/>
              </a:buClr>
              <a:buSzPct val="130000"/>
              <a:buNone/>
            </a:pPr>
            <a:endParaRPr lang="en-US" sz="1400" noProof="0" dirty="0">
              <a:latin typeface="+mj-lt"/>
            </a:endParaRP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BE8F13C7-C597-A4D8-04C6-617DA140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US" noProof="0" smtClean="0"/>
              <a:pPr/>
              <a:t>6</a:t>
            </a:fld>
            <a:r>
              <a:rPr lang="en-US" noProof="0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369C7B0-9D15-8B51-71F3-90009AC04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02444"/>
            <a:ext cx="3827574" cy="37098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48869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Logo der RUB">
            <a:extLst>
              <a:ext uri="{FF2B5EF4-FFF2-40B4-BE49-F238E27FC236}">
                <a16:creationId xmlns:a16="http://schemas.microsoft.com/office/drawing/2014/main" id="{80003CB7-2083-C803-7547-BDE78423C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1347" y="2090831"/>
            <a:ext cx="3601305" cy="961839"/>
          </a:xfrm>
          <a:prstGeom prst="rect">
            <a:avLst/>
          </a:prstGeom>
        </p:spPr>
      </p:pic>
      <p:sp>
        <p:nvSpPr>
          <p:cNvPr id="3" name="Titel 2" hidden="1">
            <a:extLst>
              <a:ext uri="{FF2B5EF4-FFF2-40B4-BE49-F238E27FC236}">
                <a16:creationId xmlns:a16="http://schemas.microsoft.com/office/drawing/2014/main" id="{37C5D7C1-9B04-BE56-E202-2703CC179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99" y="-956642"/>
            <a:ext cx="8172000" cy="720000"/>
          </a:xfrm>
        </p:spPr>
        <p:txBody>
          <a:bodyPr/>
          <a:lstStyle/>
          <a:p>
            <a:r>
              <a:rPr lang="en-US" noProof="0" dirty="0" err="1"/>
              <a:t>Endfolie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73428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C805E-27C8-ACCF-0D5A-303FBB500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A2A4A5FB-A81A-8483-89BB-28CC1B6A99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 noProof="0" dirty="0">
                <a:latin typeface="Arial" panose="020B0604020202020204" pitchFamily="34" charset="0"/>
                <a:cs typeface="Arial" panose="020B0604020202020204" pitchFamily="34" charset="0"/>
              </a:rPr>
              <a:t>References and Sources</a:t>
            </a:r>
            <a:endParaRPr lang="en-US" b="1" noProof="0" dirty="0"/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C891D02F-4425-40CA-F15E-50059D8C0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55454"/>
            <a:ext cx="4104000" cy="3366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US" sz="1600" noProof="0" dirty="0"/>
              <a:t>Images</a:t>
            </a:r>
          </a:p>
          <a:p>
            <a:pPr marL="519750" lvl="2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Slide 1: </a:t>
            </a:r>
            <a:r>
              <a:rPr lang="en-US" sz="1600" b="0" noProof="0" dirty="0"/>
              <a:t>Emotion Concepts and their Function in a Large Language Model</a:t>
            </a:r>
          </a:p>
          <a:p>
            <a:pPr marL="519750" lvl="2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Slide 2-4: DALL-E Image generation</a:t>
            </a:r>
          </a:p>
          <a:p>
            <a:pPr marL="0" lvl="2" indent="0">
              <a:lnSpc>
                <a:spcPct val="100000"/>
              </a:lnSpc>
              <a:buClr>
                <a:schemeClr val="tx2"/>
              </a:buClr>
              <a:buSzPct val="130000"/>
              <a:buNone/>
            </a:pPr>
            <a:endParaRPr lang="en-US" sz="1400" noProof="0" dirty="0">
              <a:solidFill>
                <a:srgbClr val="17365C"/>
              </a:solidFill>
              <a:cs typeface="Arial" panose="020B0604020202020204" pitchFamily="34" charset="0"/>
            </a:endParaRPr>
          </a:p>
          <a:p>
            <a:pPr marL="0" lvl="2" indent="0">
              <a:lnSpc>
                <a:spcPct val="100000"/>
              </a:lnSpc>
              <a:buClr>
                <a:schemeClr val="tx2"/>
              </a:buClr>
              <a:buSzPct val="130000"/>
              <a:buNone/>
            </a:pPr>
            <a:endParaRPr lang="en-US" sz="1400" noProof="0" dirty="0">
              <a:latin typeface="+mj-lt"/>
            </a:endParaRP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EA96669F-8C90-B3BA-C29F-20F8E47D9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US" noProof="0" smtClean="0"/>
              <a:pPr/>
              <a:t>8</a:t>
            </a:fld>
            <a:r>
              <a:rPr lang="en-US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8218256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RUB_03a.potx" id="{C867D821-36E8-4CDA-B68D-4949E463F39D}" vid="{F84F8B3F-9528-42A9-B5AE-3004D541450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2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48C6561-0088-4647-BE48-DF79A9CBB67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9a5f532-03ee-4d70-a230-842f66b24f9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RUB-Präsentation-16zu9</Template>
  <TotalTime>0</TotalTime>
  <Words>266</Words>
  <Application>Microsoft Office PowerPoint</Application>
  <PresentationFormat>Bildschirmpräsentation (16:9)</PresentationFormat>
  <Paragraphs>65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PowerPoint Master RUB</vt:lpstr>
      <vt:lpstr>Exploring Functional Emotion Concepts in Large Language Models</vt:lpstr>
      <vt:lpstr>Composition</vt:lpstr>
      <vt:lpstr>Barret’s understanding</vt:lpstr>
      <vt:lpstr>Claude</vt:lpstr>
      <vt:lpstr>RLHF</vt:lpstr>
      <vt:lpstr>Where they clash</vt:lpstr>
      <vt:lpstr>Endfolie</vt:lpstr>
      <vt:lpstr>References and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RUB_Zahlen-Daten-Fakten</dc:title>
  <dc:creator>Dezernat Hochschulkommunikation</dc:creator>
  <cp:lastModifiedBy>Paul Onyeikedi</cp:lastModifiedBy>
  <cp:revision>273</cp:revision>
  <dcterms:created xsi:type="dcterms:W3CDTF">2018-07-02T13:45:44Z</dcterms:created>
  <dcterms:modified xsi:type="dcterms:W3CDTF">2026-07-28T18:17:58Z</dcterms:modified>
</cp:coreProperties>
</file>